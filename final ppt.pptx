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98" r:id="rId4"/>
    <p:sldId id="284" r:id="rId5"/>
    <p:sldId id="288" r:id="rId6"/>
    <p:sldId id="286" r:id="rId7"/>
    <p:sldId id="285" r:id="rId8"/>
    <p:sldId id="293" r:id="rId9"/>
    <p:sldId id="287" r:id="rId10"/>
    <p:sldId id="295" r:id="rId11"/>
    <p:sldId id="300" r:id="rId12"/>
    <p:sldId id="301" r:id="rId13"/>
    <p:sldId id="302" r:id="rId14"/>
    <p:sldId id="303" r:id="rId15"/>
    <p:sldId id="304" r:id="rId16"/>
    <p:sldId id="29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FFFF"/>
    <a:srgbClr val="000000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A12BF-2380-4890-A9DE-3097C2C62528}" type="datetimeFigureOut">
              <a:rPr lang="en-IN" smtClean="0"/>
              <a:t>28-4-26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91DE1-B03A-46EB-9479-29D63226E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279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DE70458B-F185-48DB-AD85-3796F7DB4F8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43FFAAB-55BD-4260-A4E4-7D8FCB28E61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6147" name="Rectangle 1">
            <a:extLst>
              <a:ext uri="{FF2B5EF4-FFF2-40B4-BE49-F238E27FC236}">
                <a16:creationId xmlns:a16="http://schemas.microsoft.com/office/drawing/2014/main" id="{468E4D85-E32A-485E-A661-F2143B7E62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DF6CCD87-E991-4187-8B98-51E783BF2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323DF40D-1800-48F2-89B0-8451D73D046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0E773DE-2121-4534-891E-4D269B6198E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8195" name="Rectangle 1">
            <a:extLst>
              <a:ext uri="{FF2B5EF4-FFF2-40B4-BE49-F238E27FC236}">
                <a16:creationId xmlns:a16="http://schemas.microsoft.com/office/drawing/2014/main" id="{8CB8B7FE-98D4-4BC1-AF30-2F4B2E576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B0E2CBEC-FF7E-446A-8770-6539CBEDA3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6F602-0615-6830-168F-39C35EAC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079FA3C4-83F8-FCA4-C8CB-D9498C11061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8FD64092-DAA1-9841-E1EA-5D9931858E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EFA6F367-4871-4E37-C3D8-168EB82303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927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ADD78955-C1FE-40D4-96C8-D83EED0329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C5941417-7B8B-45B9-A1EA-25E1C6DB8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7FADAFF-EC84-4B75-AF76-DFFFC331A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837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07779-343E-C626-0B2F-A7B20722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263A50E7-86E2-67B7-B3C2-9AF766054B2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737B61EA-53D9-2C9C-932C-31B0293FC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CD119B16-AB48-A3FC-DDC0-43C87D036F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859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E0C55-8C90-560B-41E8-2F111A51C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70EAA7F2-B05C-7A6A-FA2F-2CEBF04316E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FFF3D809-FE76-E3A9-59CA-D1DF931A3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C02A8C0-94C2-58EC-E6A9-FF92CA3529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415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9F4AF-F930-3247-6DF0-B99EE4E8B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CEDA6E47-8567-004B-7270-A145E5C71BF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0DE1D5CF-AE26-209D-8D04-F087945F1E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FFF28BAE-6338-A323-FD28-EBA39C2332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253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9F4AF-F930-3247-6DF0-B99EE4E8B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CEDA6E47-8567-004B-7270-A145E5C71BF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0DE1D5CF-AE26-209D-8D04-F087945F1E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FFF28BAE-6338-A323-FD28-EBA39C2332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904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3E9C2-C7F0-6E8C-CCE4-9D613DEB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F1A1C804-55A9-9919-0DB0-62C41CA6AC8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9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69D8ABBC-CD91-9E1A-11DC-A5441A6E9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50FB140C-E740-E21B-A60F-9B37BAECF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91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3E9C2-C7F0-6E8C-CCE4-9D613DEB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F1A1C804-55A9-9919-0DB0-62C41CA6AC8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10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69D8ABBC-CD91-9E1A-11DC-A5441A6E9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50FB140C-E740-E21B-A60F-9B37BAECF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489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3DA2BD8A-69E4-4109-9376-BB9CAFF25AC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5F561648-146D-47FD-B529-EC509853122C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36867" name="Rectangle 1">
            <a:extLst>
              <a:ext uri="{FF2B5EF4-FFF2-40B4-BE49-F238E27FC236}">
                <a16:creationId xmlns:a16="http://schemas.microsoft.com/office/drawing/2014/main" id="{D5F9E9D7-7723-4503-AB02-FE828231E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6DA026BC-D0FD-4BA6-A806-A13BF7912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F89E-E277-AF8E-49F6-72A76B180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D04B1-AE16-B6BA-1931-FC4853B2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F05AC-2B29-B091-F2D7-ED96F7D8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28-4-26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6A8F6-8FD4-DA77-E0AD-189CD890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53765-EFFD-C5B8-D943-5D93BC34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85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A9F8-12EB-EFF7-0744-D287E5B9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3AD1-300B-3C68-20B9-39142238C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1028-1B69-451E-3144-37F52068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28-4-26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0EE3D-4F86-87ED-8F44-BFF2F45E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D9467-4453-E14C-3ED2-5ABB2A46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25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D00F-E918-055A-4616-4EEA16A4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2D093-0330-DA39-1E58-89632D952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5A767-90E2-6AF5-1864-93B40D28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28-4-26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4F8BF-63FA-5BB3-B9FA-3A06958E0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1A44-8F8B-0587-D08F-B89AB981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57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ED54B-F397-8955-3FEA-6C969D0D1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2DC3-E323-16AC-8A29-88D1F9F7E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91C72-1CC5-2AD7-A8C3-55DC48CC4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94270-71B6-D9F6-72B5-EAE1C8A5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28-4-26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1EA33-F213-7A3A-DC63-730394EA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D17D4-61FE-7C16-4C64-14CCBE5F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409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FD53-581C-677C-682F-D41E4381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8C7BF-EDDE-2A1B-4E62-ACB320B3F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E3186-9648-6B4F-9B18-5DC0C3C1E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806C6-8ECC-170E-F981-6CD97F75D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5DA98D-030B-292A-C8A7-F4FEA51EB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2B296-432F-F025-F850-EFEF2148D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28-4-26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8EC2FE-9C4F-9D39-DAD1-DCE0CBD9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C4145-3441-5834-D7AE-C0CC6812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4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5E4E3-7E7C-EEC8-5EB8-4AFA3E0A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86027-1488-8291-70CA-C24E0710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28-4-26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0DF85-ECB1-F665-71C0-EFBE74E9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DDAFE-02EA-3655-A05E-1C31B4CD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14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1A35D-7C71-0752-B2BB-E5C4D0C3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28-4-26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318D7F-94A9-239C-B8D1-D408C647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6175B-F480-AC31-B0CA-044FD4B4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77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EF21-319B-0907-0D80-8DEDC07D5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8AEC-2C9D-6214-0052-EF4733CEF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8E77F-9176-76EE-76B3-19240F10E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75E2C-07E5-B688-BF50-D327E305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28-4-26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6B84F-0FD7-F6CB-50DA-AAB1A73F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F7CBB-C41F-989F-08C2-E4442E3F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8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6345-EA37-8C6A-C178-39B32965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4251E9-0BAA-127A-E65B-5AC7D45C2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B98CF-DF76-141B-762A-A65D35637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0CD96-760E-5300-1C4F-003F42C0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28-4-26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EFD3F-AD02-03B3-84FE-20F9F631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A0320-2A44-851A-082D-5B40482B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59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884B-B8F1-675F-654B-8770D0C3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B45BE-EC73-9A7B-A9A6-E1A3E0B98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E643E-EE56-B785-F106-2C0ED6BF4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28-4-26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2B2CC-DF2E-AE86-92BD-24625557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8BA80-780F-AB29-8AAC-62F8CD3B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89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1B0D7E-C14F-5DFE-B774-40F413136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BB635-47B1-BE7A-42AF-7099B604E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98DCA-F058-FD44-4D76-01BE21ED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28-4-26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25EAC-EB78-95CB-CAE8-110216F3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210C4-F616-EE28-479C-3DA4F915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035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D2757-5863-4F7E-A9A8-D6E218C07F0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2/7/20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77BD60-6440-49BB-95F9-FA915E90D2C1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1F0C1-FE4D-47C4-BFD4-577E77A4BE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624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5755F3-BEF6-DEF9-4CB1-1B5D2AA3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12260-9AEE-0F6C-393D-081813D4F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C6917-09DF-778A-8957-A72F2F6F9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924AB-9F36-4178-90AC-C49D492A1C56}" type="datetimeFigureOut">
              <a:rPr lang="en-IN" smtClean="0"/>
              <a:t>28-4-26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3656D-2DBA-CEE6-4E60-9E615014C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5E9C8-F63C-F72D-C515-B8CD271F2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7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F9E0E9F6-07FB-4789-A990-AC7C5BF54E0F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3414566" y="3006952"/>
            <a:ext cx="5293333" cy="2958419"/>
          </a:xfrm>
          <a:solidFill>
            <a:srgbClr val="FFFFFF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                : THIRUPPATHI P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No.      : 8115U24AM060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No.             : AM2460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                   : II /CSE(AIML) </a:t>
            </a:r>
            <a:endParaRPr lang="en-US" altLang="en-US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>
              <a:solidFill>
                <a:srgbClr val="8B8B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>
              <a:solidFill>
                <a:srgbClr val="8B8B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>
              <a:solidFill>
                <a:srgbClr val="8B8B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8A1FDFE6-6E49-4223-80FE-ED06113CE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5124" name="Picture 3">
            <a:extLst>
              <a:ext uri="{FF2B5EF4-FFF2-40B4-BE49-F238E27FC236}">
                <a16:creationId xmlns:a16="http://schemas.microsoft.com/office/drawing/2014/main" id="{3C70AA84-2F58-4D76-926D-E4FAA3026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51" y="356884"/>
            <a:ext cx="1312323" cy="1300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5125" name="Rectangle 4">
            <a:extLst>
              <a:ext uri="{FF2B5EF4-FFF2-40B4-BE49-F238E27FC236}">
                <a16:creationId xmlns:a16="http://schemas.microsoft.com/office/drawing/2014/main" id="{88983C3B-ED68-4B3B-97F3-18CD59AE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5893" y="752984"/>
            <a:ext cx="8863520" cy="178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K.RAMAKRISHNAN COLLEGE OF ENGINEERING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b="1" dirty="0">
                <a:solidFill>
                  <a:srgbClr val="FF0066"/>
                </a:solidFill>
                <a:cs typeface="Arial" panose="020B0604020202020204" pitchFamily="34" charset="0"/>
              </a:rPr>
              <a:t>(AUTONOMOUS)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br>
              <a:rPr lang="en-US" altLang="en-US" b="1" dirty="0">
                <a:solidFill>
                  <a:srgbClr val="FF0066"/>
                </a:solidFill>
                <a:cs typeface="Arial" panose="020B0604020202020204" pitchFamily="34" charset="0"/>
              </a:rPr>
            </a:br>
            <a:endParaRPr lang="en-US" altLang="en-US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VOICE-BASED TRANSPORT ENQUIRY SYSTEM</a:t>
            </a: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306928EC-A811-0A0B-9507-48536AEAC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718" y="230748"/>
            <a:ext cx="1811291" cy="13095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DDFED7-8C96-F740-3862-767BB2D55FED}"/>
              </a:ext>
            </a:extLst>
          </p:cNvPr>
          <p:cNvSpPr txBox="1"/>
          <p:nvPr/>
        </p:nvSpPr>
        <p:spPr>
          <a:xfrm>
            <a:off x="-1368426" y="6272848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of Review : 06/05/2026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id="{7477C302-5B5F-4848-9A2A-2B6F511ACC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OVERVIEW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508F8BF2-6D65-4AA4-8FCF-20F773D3A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396" y="1538654"/>
            <a:ext cx="5801127" cy="471285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344487" indent="-3429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7172" name="Picture 3">
            <a:extLst>
              <a:ext uri="{FF2B5EF4-FFF2-40B4-BE49-F238E27FC236}">
                <a16:creationId xmlns:a16="http://schemas.microsoft.com/office/drawing/2014/main" id="{D2771C55-04C2-41BA-80F2-EDC06FBE8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88" y="350839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2B910152-ED4B-3721-DEDA-54C63D305D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E73A8-5344-08E8-797D-5FAC58FA0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AD6EF5CA-7D9E-ECE4-0D12-298DB8F54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C19DB829-A5F2-905B-32A5-59A702163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6B0CAEDB-6D33-E964-E163-7F061ADDA2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A5F81431-6938-6A8E-78DC-F1B90E51B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230" y="2096413"/>
            <a:ext cx="10143322" cy="409492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1587" indent="0" algn="just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defRPr/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Voice-Based Transport Enquiry System that allows users to search transport details using speech input. To design and manage a structured database for storing routes, transport services, schedules, and fares efficiently. To provide a user-friendly interface that enables quick access to transport information with real-time results and easy navigation.</a:t>
            </a:r>
          </a:p>
        </p:txBody>
      </p:sp>
    </p:spTree>
    <p:extLst>
      <p:ext uri="{BB962C8B-B14F-4D97-AF65-F5344CB8AC3E}">
        <p14:creationId xmlns:p14="http://schemas.microsoft.com/office/powerpoint/2010/main" val="240948285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397CEB3E-4EB7-48C7-BAED-717A8949B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en-US" sz="2800" b="1" dirty="0">
              <a:solidFill>
                <a:srgbClr val="FF0066"/>
              </a:solidFill>
              <a:cs typeface="Arial" panose="020B0604020202020204" pitchFamily="34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EBDB400C-E378-4C6B-BA39-B59CD3A30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39B186D8-8EA8-8FF9-4988-1EE801161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75E57ACC-E139-DF37-7DE0-919C755A2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3885" y="2344582"/>
            <a:ext cx="8110298" cy="304334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1587" indent="0" algn="just" eaLnBrk="1">
              <a:spcBef>
                <a:spcPts val="325"/>
              </a:spcBef>
              <a:buClr>
                <a:srgbClr val="000000"/>
              </a:buClr>
              <a:buSzPct val="100000"/>
              <a:defRPr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3094B-B049-273C-A24B-97B637F467E5}"/>
              </a:ext>
            </a:extLst>
          </p:cNvPr>
          <p:cNvSpPr txBox="1"/>
          <p:nvPr/>
        </p:nvSpPr>
        <p:spPr>
          <a:xfrm>
            <a:off x="1166326" y="2253257"/>
            <a:ext cx="9647853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and user-friendly Voice-Based Transport Enquiry System that streamlines the process of accessing transport-related information—such as route searching, vehicle tracking, schedule viewing, and map-based navigation—in order to enhance accessibility, efficiency, and user interaction among system users.</a:t>
            </a:r>
          </a:p>
        </p:txBody>
      </p:sp>
    </p:spTree>
    <p:extLst>
      <p:ext uri="{BB962C8B-B14F-4D97-AF65-F5344CB8AC3E}">
        <p14:creationId xmlns:p14="http://schemas.microsoft.com/office/powerpoint/2010/main" val="19011884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46D2-318F-7E6C-6C31-358C56D1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DB29D92B-FA91-27B2-EAC0-A68260D0F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679E935B-2F3A-EAB6-7896-7CFA29A99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A13E8E1C-69CF-9793-585F-486B9BD9E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F1628319-66EF-9DDA-2AEB-829A3826F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723" y="2288435"/>
            <a:ext cx="10143322" cy="409492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1587" indent="0" algn="just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Voice-Based Transport Enquiry System is a digital platform designed to simplify and automate the process of accessing transport-related information. Traditionally, obtaining transport details such as routes, schedules, and fares involves manual searching or visiting multiple sources, which can become inefficient and time-consuming as travel demands increase.</a:t>
            </a: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06287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EF973-D18F-9486-E687-9C37EBFB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2CEDDFE1-3A77-859B-B2A7-9B7B8DDCF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CD4B4EC7-3992-327D-46CE-8B04D30A4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4B31C50C-F1FF-029A-8B70-7874E736C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81B68754-6B42-46FC-2DE8-1D09E1F6B1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6EE95238-42CD-13C1-F453-06D09D6C6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04" y="1739970"/>
            <a:ext cx="11452844" cy="53792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1587" indent="0" algn="just" eaLnBrk="1">
              <a:lnSpc>
                <a:spcPct val="200000"/>
              </a:lnSpc>
              <a:spcBef>
                <a:spcPts val="325"/>
              </a:spcBef>
              <a:buClr>
                <a:srgbClr val="000000"/>
              </a:buClr>
              <a:buSzPct val="100000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663050-4EA2-D353-0C77-664EB7F37A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15532" y="1775698"/>
            <a:ext cx="6160936" cy="411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0814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FB9CB-C990-239E-4B37-B12FF5348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2CE6C141-DE99-6186-4A83-FF8248A7E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US" altLang="en-US" sz="24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4C9B96B0-3E7C-4054-1870-FA50329B5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77EE7BC2-6451-4A25-AC86-EEFF58D47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C26308D2-8408-E5CF-DDEF-0CD826CEB7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DCA18C44-A110-88E0-F24A-67AC795E3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005" y="2678100"/>
            <a:ext cx="5520910" cy="503066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8787" indent="-457200" algn="just"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Enquiry Module: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transport details using voice input.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speech to text using speech recognition.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source and destination from spoken query.</a:t>
            </a:r>
          </a:p>
          <a:p>
            <a:pPr marL="1587" indent="0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72B8B-7E74-B457-B23B-A4BEBC4A58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0724" y="2472612"/>
            <a:ext cx="4864117" cy="323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6509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FB9CB-C990-239E-4B37-B12FF5348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2CE6C141-DE99-6186-4A83-FF8248A7E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US" altLang="en-US" sz="24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4C9B96B0-3E7C-4054-1870-FA50329B5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77EE7BC2-6451-4A25-AC86-EEFF58D47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C26308D2-8408-E5CF-DDEF-0CD826CEB7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DCA18C44-A110-88E0-F24A-67AC795E3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145" y="691252"/>
            <a:ext cx="10432040" cy="503066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1587" indent="0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7" indent="0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Manual Enquiry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4487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manually enter source and destination.</a:t>
            </a:r>
          </a:p>
          <a:p>
            <a:pPr marL="344487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available transport options from the database.</a:t>
            </a:r>
          </a:p>
          <a:p>
            <a:pPr marL="344487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vehicle type, departure time, fare, and route details.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59EEC-320D-0217-26F7-5BE518A10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205" y="3429000"/>
            <a:ext cx="6023590" cy="28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9934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250B-8799-38C5-4410-495CEF256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95E2A9B5-EBCB-CBCC-1329-4B153DDEC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63F86ED2-2FEB-8EB8-E196-6D62774EF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E4A0C776-4283-FD8A-CAC8-529C7CBC6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86EEC11E-82EA-4175-A586-8579E9F96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F176CE2B-E824-FB53-428A-6E967501B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005" y="2904764"/>
            <a:ext cx="5947964" cy="518149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DBMS Analytics Module</a:t>
            </a:r>
          </a:p>
          <a:p>
            <a:pPr marL="344487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total routes and transport records.</a:t>
            </a:r>
          </a:p>
          <a:p>
            <a:pPr marL="344487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statistics such as average fare.</a:t>
            </a:r>
          </a:p>
          <a:p>
            <a:pPr marL="344487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enquiry data and popular routes.</a:t>
            </a:r>
          </a:p>
          <a:p>
            <a:pPr marL="1587" indent="0" algn="just" eaLnBrk="1">
              <a:spcBef>
                <a:spcPts val="325"/>
              </a:spcBef>
              <a:buClr>
                <a:srgbClr val="000000"/>
              </a:buClr>
              <a:buSzPct val="100000"/>
              <a:defRPr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indent="-457200" algn="just" eaLnBrk="1">
              <a:spcBef>
                <a:spcPts val="325"/>
              </a:spcBef>
              <a:buClr>
                <a:srgbClr val="000000"/>
              </a:buClr>
              <a:buSzPct val="100000"/>
              <a:buAutoNum type="arabicPeriod"/>
              <a:defRPr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indent="-457200" algn="just" eaLnBrk="1">
              <a:spcBef>
                <a:spcPts val="325"/>
              </a:spcBef>
              <a:buClr>
                <a:srgbClr val="000000"/>
              </a:buClr>
              <a:buSzPct val="100000"/>
              <a:buAutoNum type="arabicPeriod"/>
              <a:defRPr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indent="-457200" algn="just" eaLnBrk="1">
              <a:spcBef>
                <a:spcPts val="325"/>
              </a:spcBef>
              <a:buClr>
                <a:srgbClr val="000000"/>
              </a:buClr>
              <a:buSzPct val="100000"/>
              <a:buAutoNum type="arabicPeriod"/>
              <a:defRPr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indent="-457200" algn="just" eaLnBrk="1">
              <a:spcBef>
                <a:spcPts val="325"/>
              </a:spcBef>
              <a:buClr>
                <a:srgbClr val="000000"/>
              </a:buClr>
              <a:buSzPct val="100000"/>
              <a:buAutoNum type="arabicPeriod"/>
              <a:defRPr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7" indent="0" algn="just" eaLnBrk="1">
              <a:spcBef>
                <a:spcPts val="325"/>
              </a:spcBef>
              <a:buClr>
                <a:srgbClr val="000000"/>
              </a:buClr>
              <a:buSzPct val="100000"/>
              <a:defRPr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rateDB Blog | Analytics Database ...">
            <a:extLst>
              <a:ext uri="{FF2B5EF4-FFF2-40B4-BE49-F238E27FC236}">
                <a16:creationId xmlns:a16="http://schemas.microsoft.com/office/drawing/2014/main" id="{5E41F526-16E6-8847-8E91-9611BB33B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029" y="2370138"/>
            <a:ext cx="4765966" cy="317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37650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250B-8799-38C5-4410-495CEF256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95E2A9B5-EBCB-CBCC-1329-4B153DDEC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63F86ED2-2FEB-8EB8-E196-6D62774EF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E4A0C776-4283-FD8A-CAC8-529C7CBC6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86EEC11E-82EA-4175-A586-8579E9F96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F176CE2B-E824-FB53-428A-6E967501B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5" y="2185194"/>
            <a:ext cx="5947964" cy="518149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Admin Control &amp; Management Module</a:t>
            </a:r>
          </a:p>
          <a:p>
            <a:pPr marL="344487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centralized control for managing transport data.</a:t>
            </a:r>
          </a:p>
          <a:p>
            <a:pPr marL="344487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to update, add, delete data.</a:t>
            </a:r>
          </a:p>
          <a:p>
            <a:pPr marL="344487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routes, details, information of vehicles.</a:t>
            </a:r>
          </a:p>
          <a:p>
            <a:pPr marL="458787" indent="-457200" algn="just" eaLnBrk="1">
              <a:spcBef>
                <a:spcPts val="325"/>
              </a:spcBef>
              <a:buClr>
                <a:srgbClr val="000000"/>
              </a:buClr>
              <a:buSzPct val="100000"/>
              <a:buAutoNum type="arabicPeriod"/>
              <a:defRPr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indent="-457200" algn="just" eaLnBrk="1">
              <a:spcBef>
                <a:spcPts val="325"/>
              </a:spcBef>
              <a:buClr>
                <a:srgbClr val="000000"/>
              </a:buClr>
              <a:buSzPct val="100000"/>
              <a:buAutoNum type="arabicPeriod"/>
              <a:defRPr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indent="-457200" algn="just" eaLnBrk="1">
              <a:spcBef>
                <a:spcPts val="325"/>
              </a:spcBef>
              <a:buClr>
                <a:srgbClr val="000000"/>
              </a:buClr>
              <a:buSzPct val="100000"/>
              <a:buAutoNum type="arabicPeriod"/>
              <a:defRPr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indent="-457200" algn="just" eaLnBrk="1">
              <a:spcBef>
                <a:spcPts val="325"/>
              </a:spcBef>
              <a:buClr>
                <a:srgbClr val="000000"/>
              </a:buClr>
              <a:buSzPct val="100000"/>
              <a:buAutoNum type="arabicPeriod"/>
              <a:defRPr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7" indent="0" algn="just" eaLnBrk="1">
              <a:spcBef>
                <a:spcPts val="325"/>
              </a:spcBef>
              <a:buClr>
                <a:srgbClr val="000000"/>
              </a:buClr>
              <a:buSzPct val="100000"/>
              <a:defRPr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Admin Control Stock Illustrations – 2 ...">
            <a:extLst>
              <a:ext uri="{FF2B5EF4-FFF2-40B4-BE49-F238E27FC236}">
                <a16:creationId xmlns:a16="http://schemas.microsoft.com/office/drawing/2014/main" id="{CF00B364-F6B4-6024-5FE9-3C6A6CE72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427" y="2286000"/>
            <a:ext cx="3879346" cy="387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7966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A1BFD-7ACB-403F-BA28-907CAA2A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66"/>
                </a:solidFill>
              </a:rPr>
              <a:t>                                              </a:t>
            </a:r>
            <a:r>
              <a:rPr 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SG" sz="28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C1690A-F6AE-4B96-82E6-41D757347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4812" y="1928812"/>
            <a:ext cx="4768091" cy="32660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5E6201-4BCD-40C5-A0C0-6B7D7B8C6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9097" y="1928812"/>
            <a:ext cx="4768091" cy="32660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97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690F-8578-4EB6-99A7-A5D281AE9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S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F14418-4592-7D2F-8F1C-1BF71DF9C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3727" y="1825625"/>
            <a:ext cx="86845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96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C72EDC-8B3E-414F-B1B9-CBECEC85B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9256"/>
            <a:ext cx="10515600" cy="84813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S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C1B020E-47BD-F2DE-9C96-35980DD10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6259" y="1825625"/>
            <a:ext cx="86394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27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1A35C6-C0FA-4014-962A-FD5F1A8E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8296"/>
            <a:ext cx="10515600" cy="95415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S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2495CE-F970-15DC-7FDF-7609281B4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3524" y="1825625"/>
            <a:ext cx="88049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29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FEEF-CBE2-442D-8960-CC76AFB83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42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SG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EEA1E4-AD03-C97C-B9D3-86291E921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7177" y="1963973"/>
            <a:ext cx="9097645" cy="392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66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96D3A-E476-AAA4-585C-B479A088F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62496-42A5-5C4E-A502-41A397211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simple and interactive way to access transport information using voice input, improving user convenience. Integration with a structured database ensures fast retrieval of transport details like routes, timings, and fares. The system makes transport enquiry easier for all users, especially those with limited technical knowledge, through voice-based interaction.</a:t>
            </a:r>
          </a:p>
        </p:txBody>
      </p:sp>
    </p:spTree>
    <p:extLst>
      <p:ext uri="{BB962C8B-B14F-4D97-AF65-F5344CB8AC3E}">
        <p14:creationId xmlns:p14="http://schemas.microsoft.com/office/powerpoint/2010/main" val="1886979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F8EADB-C06C-49B8-87E3-303324229C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432</Words>
  <Application>Microsoft Office PowerPoint</Application>
  <PresentationFormat>Widescreen</PresentationFormat>
  <Paragraphs>82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PRESENTATION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IMPLEMENTATION</vt:lpstr>
      <vt:lpstr>IMPLEMENTATION</vt:lpstr>
      <vt:lpstr>IMPLEMENTATION</vt:lpstr>
      <vt:lpstr>IMPLEMENTATION</vt:lpstr>
      <vt:lpstr>IMPLEMENTATION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Matheswaran P</dc:creator>
  <cp:lastModifiedBy>Thiruppathi P</cp:lastModifiedBy>
  <cp:revision>37</cp:revision>
  <dcterms:created xsi:type="dcterms:W3CDTF">2023-12-21T13:31:05Z</dcterms:created>
  <dcterms:modified xsi:type="dcterms:W3CDTF">2026-04-28T16:58:42Z</dcterms:modified>
</cp:coreProperties>
</file>